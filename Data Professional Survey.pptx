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6410" autoAdjust="0"/>
  </p:normalViewPr>
  <p:slideViewPr>
    <p:cSldViewPr snapToGrid="0" snapToObjects="1">
      <p:cViewPr varScale="1">
        <p:scale>
          <a:sx n="54" d="100"/>
          <a:sy n="54" d="100"/>
        </p:scale>
        <p:origin x="85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1B6C6-D6DA-468B-BABC-8BFE21EBD747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BF9A7-A3BE-4435-8F79-39A875C19C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22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Average Salary by Job Title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Favorite Programming Language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Country of Survey Takers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Happy With Salary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Happy With Work/Life Balance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Difficulty to Break into Data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bca897b7-a4b2-48b5-ab02-37c6922cac11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bca897b7-a4b2-48b5-ab02-37c6922cac11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Data Professional Survey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12/4/2024 10:53:26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12/4/2024 10:47:44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card ,card ,Average Salary by Job Title ,Favorite Programming Language ,Country of Survey Takers ,Happy With Salary ,Happy With Work/Life Balance ,Difficulty to Break into Data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90</Words>
  <Application>Microsoft Office PowerPoint</Application>
  <PresentationFormat>Widescreen</PresentationFormat>
  <Paragraphs>33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Data Professional Survey</vt:lpstr>
      <vt:lpstr>POWER BI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Adesina Michael (R0A) MFT</cp:lastModifiedBy>
  <cp:revision>5</cp:revision>
  <dcterms:created xsi:type="dcterms:W3CDTF">2016-09-04T11:54:55Z</dcterms:created>
  <dcterms:modified xsi:type="dcterms:W3CDTF">2024-12-04T23:02:30Z</dcterms:modified>
</cp:coreProperties>
</file>